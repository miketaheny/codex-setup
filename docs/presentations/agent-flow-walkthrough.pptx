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9d747f1fd048c0" /><Relationship Type="http://schemas.openxmlformats.org/officeDocument/2006/relationships/extended-properties" Target="/docProps/app.xml" Id="R2a2138c4e0264171" /><Relationship Type="http://schemas.openxmlformats.org/officeDocument/2006/relationships/officeDocument" Target="/ppt/presentation.xml" Id="R08374395353f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4c385abd64493e"/>
  </p:sldMasterIdLst>
  <p:notesMasterIdLst>
    <p:notesMasterId xmlns:r="http://schemas.openxmlformats.org/officeDocument/2006/relationships" r:id="R762f0d996ae341f1"/>
  </p:notesMasterIdLst>
  <p:sldIdLst>
    <p:sldId xmlns:r="http://schemas.openxmlformats.org/officeDocument/2006/relationships" id="256" r:id="R3671411a1bac407f"/>
    <p:sldId xmlns:r="http://schemas.openxmlformats.org/officeDocument/2006/relationships" id="257" r:id="R3e0c73e0e8784fb4"/>
    <p:sldId xmlns:r="http://schemas.openxmlformats.org/officeDocument/2006/relationships" id="258" r:id="R622a791b0ed34733"/>
    <p:sldId xmlns:r="http://schemas.openxmlformats.org/officeDocument/2006/relationships" id="259" r:id="R729d3b0c91a14d9c"/>
    <p:sldId xmlns:r="http://schemas.openxmlformats.org/officeDocument/2006/relationships" id="260" r:id="Rd1671f1f6d944fda"/>
    <p:sldId xmlns:r="http://schemas.openxmlformats.org/officeDocument/2006/relationships" id="261" r:id="R12a3a2f58de84380"/>
    <p:sldId xmlns:r="http://schemas.openxmlformats.org/officeDocument/2006/relationships" id="262" r:id="Rec6dc4a5ea8a4750"/>
    <p:sldId xmlns:r="http://schemas.openxmlformats.org/officeDocument/2006/relationships" id="263" r:id="R39057fa7fd9d4402"/>
    <p:sldId xmlns:r="http://schemas.openxmlformats.org/officeDocument/2006/relationships" id="264" r:id="Rd15335a6940641f0"/>
    <p:sldId xmlns:r="http://schemas.openxmlformats.org/officeDocument/2006/relationships" id="265" r:id="Rfc91e611bc7442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50d41670544d06" /><Relationship Type="http://schemas.openxmlformats.org/officeDocument/2006/relationships/slideMaster" Target="/ppt/slideMasters/slideMaster1.xml" Id="Rb44c385abd64493e" /><Relationship Type="http://schemas.openxmlformats.org/officeDocument/2006/relationships/notesMaster" Target="/ppt/notesMasters/notesMaster1.xml" Id="R762f0d996ae341f1" /><Relationship Type="http://schemas.openxmlformats.org/officeDocument/2006/relationships/presProps" Target="/ppt/presProps.xml" Id="Ra53714879ec049cb" /><Relationship Type="http://schemas.openxmlformats.org/officeDocument/2006/relationships/tableStyles" Target="/ppt/tableStyles.xml" Id="R82cfe05e82314532" /><Relationship Type="http://schemas.openxmlformats.org/officeDocument/2006/relationships/slide" Target="/ppt/slides/slide1.xml" Id="R3671411a1bac407f" /><Relationship Type="http://schemas.openxmlformats.org/officeDocument/2006/relationships/slide" Target="/ppt/slides/slide2.xml" Id="R3e0c73e0e8784fb4" /><Relationship Type="http://schemas.openxmlformats.org/officeDocument/2006/relationships/slide" Target="/ppt/slides/slide3.xml" Id="R622a791b0ed34733" /><Relationship Type="http://schemas.openxmlformats.org/officeDocument/2006/relationships/slide" Target="/ppt/slides/slide4.xml" Id="R729d3b0c91a14d9c" /><Relationship Type="http://schemas.openxmlformats.org/officeDocument/2006/relationships/slide" Target="/ppt/slides/slide5.xml" Id="Rd1671f1f6d944fda" /><Relationship Type="http://schemas.openxmlformats.org/officeDocument/2006/relationships/slide" Target="/ppt/slides/slide6.xml" Id="R12a3a2f58de84380" /><Relationship Type="http://schemas.openxmlformats.org/officeDocument/2006/relationships/slide" Target="/ppt/slides/slide7.xml" Id="Rec6dc4a5ea8a4750" /><Relationship Type="http://schemas.openxmlformats.org/officeDocument/2006/relationships/slide" Target="/ppt/slides/slide8.xml" Id="R39057fa7fd9d4402" /><Relationship Type="http://schemas.openxmlformats.org/officeDocument/2006/relationships/slide" Target="/ppt/slides/slide9.xml" Id="Rd15335a6940641f0" /><Relationship Type="http://schemas.openxmlformats.org/officeDocument/2006/relationships/slide" Target="/ppt/slides/slide10.xml" Id="Rfc91e611bc7442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c38da569b40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2901a6b4e4b3b" /><Relationship Type="http://schemas.openxmlformats.org/officeDocument/2006/relationships/notesMaster" Target="/ppt/notesMasters/notesMaster1.xml" Id="Rc995221e14fa44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edc341967946ef" /><Relationship Type="http://schemas.openxmlformats.org/officeDocument/2006/relationships/notesMaster" Target="/ppt/notesMasters/notesMaster1.xml" Id="R851db0e628e0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f2afb97b3470b" /><Relationship Type="http://schemas.openxmlformats.org/officeDocument/2006/relationships/notesMaster" Target="/ppt/notesMasters/notesMaster1.xml" Id="R08d24a816877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d7061a418b4c78" /><Relationship Type="http://schemas.openxmlformats.org/officeDocument/2006/relationships/notesMaster" Target="/ppt/notesMasters/notesMaster1.xml" Id="R66afd22aea4c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dfb780b64e4c46" /><Relationship Type="http://schemas.openxmlformats.org/officeDocument/2006/relationships/notesMaster" Target="/ppt/notesMasters/notesMaster1.xml" Id="R83eed70fea834f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29d70882e8424a" /><Relationship Type="http://schemas.openxmlformats.org/officeDocument/2006/relationships/notesMaster" Target="/ppt/notesMasters/notesMaster1.xml" Id="Rc88d361ba4a940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56cc446bbf491b" /><Relationship Type="http://schemas.openxmlformats.org/officeDocument/2006/relationships/notesMaster" Target="/ppt/notesMasters/notesMaster1.xml" Id="R5fef0f6ed3fd45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acc98de5964831" /><Relationship Type="http://schemas.openxmlformats.org/officeDocument/2006/relationships/notesMaster" Target="/ppt/notesMasters/notesMaster1.xml" Id="Re3a8c86271af44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c15f1fc7e74c1f" /><Relationship Type="http://schemas.openxmlformats.org/officeDocument/2006/relationships/notesMaster" Target="/ppt/notesMasters/notesMaster1.xml" Id="R5fdf272c3d6543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a16ec2bf9432e" /><Relationship Type="http://schemas.openxmlformats.org/officeDocument/2006/relationships/notesMaster" Target="/ppt/notesMasters/notesMaster1.xml" Id="R881647ff22b6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0f007f2f1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09cd55f98646dd" /><Relationship Type="http://schemas.openxmlformats.org/officeDocument/2006/relationships/slideLayout" Target="/ppt/slideLayouts/slideLayout1.xml" Id="R855f51ffa8a143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5f51ffa8a143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f3310730442be" /><Relationship Type="http://schemas.openxmlformats.org/officeDocument/2006/relationships/image" Target="/ppt/media/image.png" Id="Rfa774192002e4d6c" /><Relationship Type="http://schemas.openxmlformats.org/officeDocument/2006/relationships/image" Target="/ppt/media/image.svg" Id="Rc126e96585894a27" /><Relationship Type="http://schemas.openxmlformats.org/officeDocument/2006/relationships/notesSlide" Target="/ppt/notesSlides/notesSlide1.xml" Id="Ra9914cbebd7645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59deec6fd4308" /><Relationship Type="http://schemas.openxmlformats.org/officeDocument/2006/relationships/image" Target="/ppt/media/image2.png" Id="Re600fe25e49c4266" /><Relationship Type="http://schemas.openxmlformats.org/officeDocument/2006/relationships/image" Target="/ppt/media/image2.svg" Id="R50d4f546183848e1" /><Relationship Type="http://schemas.openxmlformats.org/officeDocument/2006/relationships/notesSlide" Target="/ppt/notesSlides/notesSlide2.xml" Id="R12d97c02336745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b81c177e74391" /><Relationship Type="http://schemas.openxmlformats.org/officeDocument/2006/relationships/image" Target="/ppt/media/image3.png" Id="R69d54ec863dc4d5b" /><Relationship Type="http://schemas.openxmlformats.org/officeDocument/2006/relationships/image" Target="/ppt/media/image3.svg" Id="R3e659c8b5f0845d8" /><Relationship Type="http://schemas.openxmlformats.org/officeDocument/2006/relationships/notesSlide" Target="/ppt/notesSlides/notesSlide3.xml" Id="Rc845376c6cb64c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6f52e784b417f" /><Relationship Type="http://schemas.openxmlformats.org/officeDocument/2006/relationships/image" Target="/ppt/media/image4.png" Id="R9a21c7adec5c4232" /><Relationship Type="http://schemas.openxmlformats.org/officeDocument/2006/relationships/image" Target="/ppt/media/image4.svg" Id="R3134f378e36f4ff8" /><Relationship Type="http://schemas.openxmlformats.org/officeDocument/2006/relationships/notesSlide" Target="/ppt/notesSlides/notesSlide4.xml" Id="R13a31bb960c740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f5241512a4698" /><Relationship Type="http://schemas.openxmlformats.org/officeDocument/2006/relationships/image" Target="/ppt/media/image5.png" Id="R9e6be0fb17f147f0" /><Relationship Type="http://schemas.openxmlformats.org/officeDocument/2006/relationships/image" Target="/ppt/media/image5.svg" Id="R57a580e56875475b" /><Relationship Type="http://schemas.openxmlformats.org/officeDocument/2006/relationships/notesSlide" Target="/ppt/notesSlides/notesSlide5.xml" Id="R10e5d6b1624546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275913b19449e" /><Relationship Type="http://schemas.openxmlformats.org/officeDocument/2006/relationships/image" Target="/ppt/media/image6.png" Id="Rd4c5649e4091431d" /><Relationship Type="http://schemas.openxmlformats.org/officeDocument/2006/relationships/image" Target="/ppt/media/image6.svg" Id="R507c0f1ffa3c474f" /><Relationship Type="http://schemas.openxmlformats.org/officeDocument/2006/relationships/notesSlide" Target="/ppt/notesSlides/notesSlide6.xml" Id="Rcce6be0a64b24d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111a755ab4d5f" /><Relationship Type="http://schemas.openxmlformats.org/officeDocument/2006/relationships/image" Target="/ppt/media/image7.png" Id="R66afd8fae4e344db" /><Relationship Type="http://schemas.openxmlformats.org/officeDocument/2006/relationships/image" Target="/ppt/media/image7.svg" Id="Rd8f2c272c44e4c64" /><Relationship Type="http://schemas.openxmlformats.org/officeDocument/2006/relationships/notesSlide" Target="/ppt/notesSlides/notesSlide7.xml" Id="Raeb4acc4027646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c767d1ee4f4e" /><Relationship Type="http://schemas.openxmlformats.org/officeDocument/2006/relationships/image" Target="/ppt/media/image8.png" Id="R4366282ba26a4ee9" /><Relationship Type="http://schemas.openxmlformats.org/officeDocument/2006/relationships/image" Target="/ppt/media/image8.svg" Id="Rebd0d560f6304f26" /><Relationship Type="http://schemas.openxmlformats.org/officeDocument/2006/relationships/notesSlide" Target="/ppt/notesSlides/notesSlide8.xml" Id="R6187e1f237de46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104a483c04c99" /><Relationship Type="http://schemas.openxmlformats.org/officeDocument/2006/relationships/image" Target="/ppt/media/image9.png" Id="R576dbe6c43464f10" /><Relationship Type="http://schemas.openxmlformats.org/officeDocument/2006/relationships/image" Target="/ppt/media/image9.svg" Id="R45ae341ea41a4c7f" /><Relationship Type="http://schemas.openxmlformats.org/officeDocument/2006/relationships/notesSlide" Target="/ppt/notesSlides/notesSlide9.xml" Id="Rfa4e805ab7794d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77099783d4e08" /><Relationship Type="http://schemas.openxmlformats.org/officeDocument/2006/relationships/image" Target="/ppt/media/image10.png" Id="R198b5e8f0c6a4b64" /><Relationship Type="http://schemas.openxmlformats.org/officeDocument/2006/relationships/image" Target="/ppt/media/image10.svg" Id="R70fbc5c646b04447" /><Relationship Type="http://schemas.openxmlformats.org/officeDocument/2006/relationships/notesSlide" Target="/ppt/notesSlides/notesSlide10.xml" Id="R3c042073c213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74192002e4d6c">
            <a:extLst>
              <a:ext uri="{96DAC541-7B7A-43D3-8B79-37D633B846F1}">
                <asvg:svgBlip xmlns:asvg="http://schemas.microsoft.com/office/drawing/2016/SVG/main" r:embed="Rc126e96585894a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685800"/>
            <a:ext cx="7810500" cy="2000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07657-C553-426E-A87E-4469A37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333A"/>
                </a:solidFill>
              </a:defRPr>
            </a:pPr>
            <a:r>
              <a:rPr sz="2025" b="0">
                <a:solidFill>
                  <a:srgbClr val="2D333A"/>
                </a:solidFill>
              </a:rPr>
              <a:t>A practical walkthrough for turning AI coding chats into reviewable development sessions.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CA7D1-5BAD-4AA1-8A1F-4D843FB9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581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0E0B3-FA63-45AF-92D1-0535784F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BDAE3-E61E-4552-9A02-8B02B933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worktrees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620D2-F5E7-414B-A8E3-0D7197D1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133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D1FB5-B7F2-4E6F-B150-B9D60B8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51A8F-C57B-4A20-B988-19AA9E4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720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devlogs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1A9B8-4751-43BB-A86B-230A1B2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33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78B34-FFEF-492F-A054-D381875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D5869-EE40-4F62-B2BA-317FB5B6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reviews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092FA-FEB8-4575-82EF-AE6EC72E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1905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303E4-259C-4097-B134-B2983943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31A67-8026-4E1D-86AA-AE25836F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guarded merge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D1A5C-47F4-4F8C-A269-8CA5A141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Structured workflow rules for AI coding agents</a:t>
            </a:r>
          </a:p>
        </p:txBody>
      </p:sp>
    </p:spTree>
    <p:extLst>
      <p:ext uri="{BB962C8B-B14F-4D97-AF65-F5344CB8AC3E}">
        <p14:creationId xmlns:p14="http://schemas.microsoft.com/office/powerpoint/2010/main" val="1044827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0fe25e49c4266">
            <a:extLst>
              <a:ext uri="{96DAC541-7B7A-43D3-8B79-37D633B846F1}">
                <asvg:svgBlip xmlns:asvg="http://schemas.microsoft.com/office/drawing/2016/SVG/main" r:embed="R50d4f546183848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33ADC-7F79-462A-853D-D135592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8FC90-D891-4B44-8240-D5D6E5A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31314-E69E-48CA-A2A0-EDC74E4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Agent work gets hard to trust when the workflow is only in chat.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910E3-B087-4605-A0FA-6F85B1E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Agent-Flow exists because capable agents still need local operating rules around Git, docs, review, and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C0FAE-FB4A-439F-B23D-2115DDF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23950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8410-E4E0-4048-B89D-8B25F216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23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234A5-36D3-4775-841C-00A68D14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14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Branch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98021-AD71-45C5-A66C-692C5BC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335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 session can edit the wrong branch or collide with parallel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76E25-C169-40D9-A9CE-165D8072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65CAA-8530-475E-8FFB-024E690D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5B439-852E-4CF7-B30E-B77F9D1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Weak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F1744-DECC-41FA-9654-6AAB7AF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 finished chat may leave no durable record of decisions or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98FF4-B531-42E6-9C60-262A6EE9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310A1-5357-4873-9F07-7E8D07F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3B07-53A3-437A-9228-3835D767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Hidden release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5B7F1-0C9B-4084-AECA-C65DFD6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Open child worktrees can be bypassed when a parent branch is pushed.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6740C-C7D0-4F16-91A4-D2A110E0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4000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8640D-63F8-4E12-B18D-19EC4728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72CF1-7A05-4B3D-8C2C-29FE731C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Docs lag behind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B42A4-42F9-4DDF-8872-683802D5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625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Behavior changes faster than the next maintainer can reconstruct it.</a:t>
            </a:r>
          </a:p>
        </p:txBody>
      </p:sp>
    </p:spTree>
    <p:extLst>
      <p:ext uri="{BB962C8B-B14F-4D97-AF65-F5344CB8AC3E}">
        <p14:creationId xmlns:p14="http://schemas.microsoft.com/office/powerpoint/2010/main" val="718644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54ec863dc4d5b">
            <a:extLst>
              <a:ext uri="{96DAC541-7B7A-43D3-8B79-37D633B846F1}">
                <asvg:svgBlip xmlns:asvg="http://schemas.microsoft.com/office/drawing/2016/SVG/main" r:embed="R3e659c8b5f0845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AB2B6-5062-4580-8C0F-E72629A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8AD14-1233-4B10-9C5B-2DC1B355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74489-F590-4919-A359-4EE64764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Agent-Flow is a local workflow kit, not another task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A19C0-81F6-4656-B795-CB86A015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It installs shared rules, adapters, skills, scripts, and templates that make agent-assisted work repeatable across repos.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091D2-951F-4832-8BD5-F559B4F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B8046-8B0E-4C1D-8234-EE618671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79DC8-814E-4E51-BCE4-18AD1F18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Shared instructions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9A4A-ED8E-483F-A153-5AB04A4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`AGENT-FLOW.md` is canonical. `AGENTS.md` and `CLAUDE.md` point agents to the same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A15B1-CC71-4AE1-8DF9-3BDDDE09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788CC-0F14-49B6-8185-CB232F2D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949AC-F245-4A11-BF55-DE20BCF1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Session 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46A05-2C2D-4F04-95CC-9811A4B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38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Start, finish, reconcile, check readiness, and manage worktrees with repo-local helpers.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4DCAF-B7FC-43E6-918D-EB09C0F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88156-49B7-4301-A914-687A77E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C09FC-CA24-48B6-806C-16C34D51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Durable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2C308-8E28-451D-AFE0-A6519EB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Every file-changing session leaves a devlog entry with decisions and validation.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450CA-D5DF-481C-A5DD-3B5B41FD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64E7C-7077-4D0E-A3F2-599BD6C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5BDEC-833C-44AD-A16A-B2EFAD4A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Release discipline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59169-86A8-42F7-978D-A082B10C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Review gates and push-readiness checks protect parent branches.</a:t>
            </a:r>
          </a:p>
        </p:txBody>
      </p:sp>
    </p:spTree>
    <p:extLst>
      <p:ext uri="{BB962C8B-B14F-4D97-AF65-F5344CB8AC3E}">
        <p14:creationId xmlns:p14="http://schemas.microsoft.com/office/powerpoint/2010/main" val="837206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c7adec5c4232">
            <a:extLst>
              <a:ext uri="{96DAC541-7B7A-43D3-8B79-37D633B846F1}">
                <asvg:svgBlip xmlns:asvg="http://schemas.microsoft.com/office/drawing/2016/SVG/main" r:embed="R3134f378e36f4f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C0726-7535-49A8-839C-2668BB6F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A451D-FCC8-47D2-83D8-E89037E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49574-0FC4-460C-96DE-0A3B07B7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Install once, then every agent gets the same operating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1A755-DBEC-4856-8F39-0ED9D41C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Agent-Flow copies the shared setup into home-directory surfaces that Codex, Claude, and repo init can reuse.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47BF1-3490-4957-8240-BA6AD79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840E0-7917-49A8-8DA8-4164445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./scripts/install.sh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0D0FA-F0A7-4FAE-B2E0-278A187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A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3FD0C-83CE-4FE4-92D5-B2C4170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7371D-AC36-4AD4-BEBA-5786C2B1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3D711-B4C6-4D4C-B7BF-BEB2269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~/.agent-flow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05733-5DC5-4D86-A626-E403F3B8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Shared rules, skills, scripts, docs, and templates.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7D1B4-6994-4EFC-9EC7-31D5DD9E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C8296-324C-4370-B641-EEE95F61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83DE4-0043-40E1-8CF9-8A37B16A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~/.codex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71DC6-0D0F-4053-BB0D-0A79D30C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Codex adapter, AF skills, profiles, and docs.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35581-36C7-44CB-8C77-3D86EAC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12490-412B-45D4-B73F-A51183E1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69A39-757C-4DDD-B0D0-9821C1A7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~/.claude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31F13-9877-493D-9874-6EF314EE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958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Claude adapter and the same AF workflow content.</a:t>
            </a:r>
          </a:p>
        </p:txBody>
      </p:sp>
    </p:spTree>
    <p:extLst>
      <p:ext uri="{BB962C8B-B14F-4D97-AF65-F5344CB8AC3E}">
        <p14:creationId xmlns:p14="http://schemas.microsoft.com/office/powerpoint/2010/main" val="1466941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be0fb17f147f0">
            <a:extLst>
              <a:ext uri="{96DAC541-7B7A-43D3-8B79-37D633B846F1}">
                <asvg:svgBlip xmlns:asvg="http://schemas.microsoft.com/office/drawing/2016/SVG/main" r:embed="R57a580e5687547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9DFC3-E25E-4B83-A042-0951136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61F9B-1CDD-4B2E-9B72-4D4E48F9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6259C-7ABD-4783-A0C4-B70B1BF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Every repo makes one choice: use Agent-Flow or opt 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81853-08C9-4B08-B590-E42AF1FA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When a repo has no AF setup, file-changing work waits until init runs or the repo is marked disabled.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08AD9-09F1-450C-A2CD-98289DC3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FE198-52F3-44AC-BDEE-EE5622FC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41C0E-B05E-4BE5-8CB7-AF65FC3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384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Run init in the repo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DEE9F-5809-4FF0-9FFB-43CEAAC0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~/.agent-flow/scripts/init-repo.sh creates config, adapters, docs, devlog, and helper scripts.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7B60E-F5D5-4996-BF14-3B1E40F5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4031E-3569-4111-B0AD-9078719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3AB8D-BC86-4151-A634-F7B4663E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Choose branch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61A96-42AC-4621-9993-A5CB0C3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Pick integration branch, production target, optional staging, and push-readiness hook.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D1D09-844E-40F7-8913-942F1C8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92051-E74F-4862-BD5A-F6E6CBB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98FB4-EF2E-4E76-B984-D363A22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Opt out when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837CB-3C0C-41F0-A7CE-2E66CB3B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417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af-disable writes a local disabled config. af-enable reverses it or runs init.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F4C19-9D19-4952-B829-7C2150B1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AAC79-5E2A-4A0D-8396-26A2B8B4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af-disable  |  af-enable</a:t>
            </a:r>
          </a:p>
        </p:txBody>
      </p:sp>
    </p:spTree>
    <p:extLst>
      <p:ext uri="{BB962C8B-B14F-4D97-AF65-F5344CB8AC3E}">
        <p14:creationId xmlns:p14="http://schemas.microsoft.com/office/powerpoint/2010/main" val="1192411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649e4091431d">
            <a:extLst>
              <a:ext uri="{96DAC541-7B7A-43D3-8B79-37D633B846F1}">
                <asvg:svgBlip xmlns:asvg="http://schemas.microsoft.com/office/drawing/2016/SVG/main" r:embed="R507c0f1ffa3c47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2987F-D478-4537-BB7F-9F2349E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49EBE-FA34-4CB2-A8C9-2CDC7A3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20876-02C8-4FB0-8972-C4148393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Daily work stays fluid because the worktree is the durable session.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EA287-4D73-4181-B9F3-F503350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A Codex flow can continue across prompts while Git metadata, files, and the devlog keep the session grounded.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C1659-FEC9-48B3-B325-5C469603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B629-6963-4EFC-AF0A-DEA5B4C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af-flow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BAE69-D943-452F-9A42-71FA0AF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671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A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8173E-56BE-4B7D-94F9-A93C7D2A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9D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33130-CC7E-4CE7-A0A3-4662A74E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implement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89CC0-C973-4FCD-A8F3-EAFE428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671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9D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06613-E3D3-4FD0-8D42-5E451B0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6287C-7A12-49AC-94EE-088FC99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489F6-F904-4CA5-8921-E1098528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67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32E9A-D13E-4092-86A6-D7B2E04C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B8EB5-485A-490C-A5DF-1E436CC5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devlog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576E2-99F4-4675-A5CF-7C24DAD3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D1583-5BE3-4C01-B730-A879909F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33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37246-4A95-4143-B0E7-A4A95682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43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af-finish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83653-99E8-41F8-8632-0C5D250C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D333A"/>
                </a:solidFill>
              </a:defRPr>
            </a:pPr>
            <a:r>
              <a:rPr sz="1650" b="0">
                <a:solidFill>
                  <a:srgbClr val="2D333A"/>
                </a:solidFill>
              </a:rPr>
              <a:t>Do not finish after every prompt. Finish when you want to wrap, review, reconcile, merge, or switch direction.</a:t>
            </a:r>
          </a:p>
        </p:txBody>
      </p:sp>
    </p:spTree>
    <p:extLst>
      <p:ext uri="{BB962C8B-B14F-4D97-AF65-F5344CB8AC3E}">
        <p14:creationId xmlns:p14="http://schemas.microsoft.com/office/powerpoint/2010/main" val="55997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fd8fae4e344db">
            <a:extLst>
              <a:ext uri="{96DAC541-7B7A-43D3-8B79-37D633B846F1}">
                <asvg:svgBlip xmlns:asvg="http://schemas.microsoft.com/office/drawing/2016/SVG/main" r:embed="Rd8f2c272c44e4c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E181D-4291-4C2B-8A1A-1E88C6B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3E6C4-088B-41CF-9367-144F3B97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2BC52-0DC0-4F3D-9700-362BF62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Finish turns an open session into a merge-ready unit.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B8BA2-7BDE-4F44-9A4E-77ED78F2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`af-finish` validates the work, checks docs and devlog, commits the session, and asks before merging.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72E73-7B51-4912-B50F-D15C35E1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476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50823-151B-43E5-843A-32766F15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BF056-E651-4FCB-A379-1D1B0F3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F4EFA-47C8-499A-B235-0FAFEC9E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Run the tests, builds, checks, or manual proof that fit the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2C680-3ABC-4D96-92E7-3C95F62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2476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A5AED-2609-4797-80F9-70971E27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E78C0-652F-4B12-AF06-7C25591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Devlog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78EF9-1C8F-4190-B8FD-DDE6722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Record what changed, why, validation, proof, and risks.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EE077-2C2A-4ADC-B54C-3BCBD17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812D6-CE86-4D9B-B0EE-80D9868A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FA925-4E91-4DAF-B8A9-B24594E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24146-6B1B-49B9-9554-D7CA76B6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Create a session commit from the isolated worktree.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38271-AA81-4FAF-A906-A39DEE16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000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3309E-5262-4816-81FC-B65B0FF8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6DCFA-0A5F-49A8-AADB-37E50F93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757C7-27DE-4435-A862-4EA4345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52850"/>
            <a:ext cx="154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Merge only after explicit approval.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FFA0D-C100-4A90-82FC-AF729C6B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495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88040-9FEE-4676-856C-8D106309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768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scripts/finish-session.sh --merge</a:t>
            </a:r>
          </a:p>
        </p:txBody>
      </p:sp>
    </p:spTree>
    <p:extLst>
      <p:ext uri="{BB962C8B-B14F-4D97-AF65-F5344CB8AC3E}">
        <p14:creationId xmlns:p14="http://schemas.microsoft.com/office/powerpoint/2010/main" val="11317755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6282ba26a4ee9">
            <a:extLst>
              <a:ext uri="{96DAC541-7B7A-43D3-8B79-37D633B846F1}">
                <asvg:svgBlip xmlns:asvg="http://schemas.microsoft.com/office/drawing/2016/SVG/main" r:embed="Rebd0d560f6304f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6F9AE-09C1-4765-8DB4-1E68ACD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75C42-35DC-434A-B9EB-9A2B290B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6C117-53E7-421C-94A3-31D2455D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Release work uses a separate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0A430-A875-40A5-B338-CBA56B5C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The daily loop stays light; release adds reconciliation, full review, optional security review, and PR preparation.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696B-9EB0-4274-AB0D-82056DB3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64EE1-E58C-4825-83E2-7449A2D8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91D49-8469-4C94-9BEE-FB3E92E8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384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Reconcile open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B327B-19F3-4973-81C1-E1D0A56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004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af-reconcile finds dirty, unmerged, unmanaged, and cleanup-ready worktrees.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4D9BE-2CAB-4116-BD79-93172DF3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274E3-F4CE-4A70-BCE0-449A4BA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84BB0-B922-4F28-A7C0-78761C0A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814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Review the release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2FE4E-C859-4DC0-9DE7-0B510B8B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af-full-review runs the broad gate once, before protected branches.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7A5C4-9FF9-4AAE-9896-7EFF433F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231F6-4F5A-4EE5-B9E8-5A103C1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40314-6AFA-46EE-B6AC-F778EC22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Prepare the release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6F5B3-6FCE-4BDD-A6EE-F51AC74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af-release moves development through staging and main when configured.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16302-9783-418C-8DBA-884171D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2ECDF-4AC8-4981-9A5F-E177BD5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E52AC-4011-40A5-9ECF-07392FF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814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Escalate security when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BFFF9-37C3-4A2D-812A-6C2A4872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4340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af-security-review is used for sensitive or configured release scopes.</a:t>
            </a:r>
          </a:p>
        </p:txBody>
      </p:sp>
    </p:spTree>
    <p:extLst>
      <p:ext uri="{BB962C8B-B14F-4D97-AF65-F5344CB8AC3E}">
        <p14:creationId xmlns:p14="http://schemas.microsoft.com/office/powerpoint/2010/main" val="1505928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dbe6c43464f10">
            <a:extLst>
              <a:ext uri="{96DAC541-7B7A-43D3-8B79-37D633B846F1}">
                <asvg:svgBlip xmlns:asvg="http://schemas.microsoft.com/office/drawing/2016/SVG/main" r:embed="R45ae341ea41a4c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72B6-7A70-4E7D-ACDE-F68B31B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EF7CC-11DB-4630-900F-BEEF03EA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71D7A-E270-4B8B-A9FA-A9F9875F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Most days only need five concepts.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F0D9C-BA73-4FDE-89DA-92766D7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Specialist skills stay available for package, docs, audit, UI, and release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C1DD1-E1C6-4DD9-B94A-514B99E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03170-208F-4D33-9C1A-B3C6D99B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5FBBC-0375-467C-A24A-20DC668F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af-flow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A4757-D409-45FA-9DE0-0332B1F1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F2146-14D4-4BC7-86C8-B7557D9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F415E-13DA-4DCD-976A-CC70A59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90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af-status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9C3BE-AB3E-4101-B6B6-760108A3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8CBB4-3178-452B-92B1-D2F95FD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FBA4E-9C77-4E39-B7D2-9FE8489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af-review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EB6AE-6AB3-4EFA-B96E-3EBBDA44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F4420-3272-4C6A-A092-7829D70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7A997-1A4D-435D-9850-46BEAF2D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90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af-reconcile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07E6A-B522-4F7D-BD21-A0600DC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503D3-52AE-45E2-B2E2-3838CB4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333A"/>
          </a:solidFill>
          <a:ln xmlns:a="http://schemas.openxmlformats.org/drawingml/2006/main" w="0">
            <a:solidFill>
              <a:srgbClr val="2D33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C610D-EF46-4481-8060-E12C40CF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333A"/>
                </a:solidFill>
              </a:defRPr>
            </a:pPr>
            <a:r>
              <a:rPr sz="1275" b="1">
                <a:solidFill>
                  <a:srgbClr val="2D333A"/>
                </a:solidFill>
              </a:rPr>
              <a:t>af-finish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BA09C-046F-43E8-A0F3-911C0E9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745D1-B461-42CB-B1F2-4897E2D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solidFill>
              <a:srgbClr val="168A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E2C35-CFDC-40FE-8BE5-64CC0CD8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Repo setup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5BAF5-3C0B-4468-B147-2B67F1F4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af-enable, af-disable, af-pnpm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9A1A6-E537-499F-8D05-61DE45A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A08C5-564A-458B-9F9F-AA5D56A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3"/>
          </a:solidFill>
          <a:ln xmlns:a="http://schemas.openxmlformats.org/drawingml/2006/main" w="0">
            <a:solidFill>
              <a:srgbClr val="1F9D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C4DD5-012E-49D6-A796-09D8DDA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910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Documentation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CD8650-7242-4A8F-963F-8062D24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af-docs, af-devlog, af-show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091AB-88A0-46C3-9D11-1BCA9228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C6880-5CB5-4154-B18C-3D0617E1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E2AAE-B38B-4FCC-99B0-B8113956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Campaigns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D0ADF-A72D-4715-A493-B3204E8D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</a:defRPr>
            </a:pPr>
            <a:r>
              <a:rPr sz="1275" b="0">
                <a:solidFill>
                  <a:srgbClr val="59636E"/>
                </a:solidFill>
              </a:rPr>
              <a:t>af-feature-audit, af-ui-audit, af-release</a:t>
            </a:r>
          </a:p>
        </p:txBody>
      </p:sp>
    </p:spTree>
    <p:extLst>
      <p:ext uri="{BB962C8B-B14F-4D97-AF65-F5344CB8AC3E}">
        <p14:creationId xmlns:p14="http://schemas.microsoft.com/office/powerpoint/2010/main" val="1357684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b5e8f0c6a4b64">
            <a:extLst>
              <a:ext uri="{96DAC541-7B7A-43D3-8B79-37D633B846F1}">
                <asvg:svgBlip xmlns:asvg="http://schemas.microsoft.com/office/drawing/2016/SVG/main" r:embed="R70fbc5c646b044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00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91567-441A-4285-BA05-E21E5346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</a:defRPr>
            </a:pPr>
            <a:r>
              <a:rPr sz="1050" b="1">
                <a:solidFill>
                  <a:srgbClr val="59636E"/>
                </a:solidFill>
              </a:rPr>
              <a:t>AGENT-FLOW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31710-816B-4487-AC49-D4089A37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F4748-6652-4C4F-8169-24A11293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The payoff is trust you can inspect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D0AB3-AE49-442A-BA86-0C93BFB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</a:defRPr>
            </a:pPr>
            <a:r>
              <a:rPr sz="1650" b="0">
                <a:solidFill>
                  <a:srgbClr val="59636E"/>
                </a:solidFill>
              </a:rPr>
              <a:t>Agent-Flow makes agent-assisted work safer to continue, review, merge, and explain because every session leaves a repo-local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05F1D-B7D3-4083-9FC5-C3A6CA5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CE158-A7D6-4E7D-9006-B81858A2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~/.agent-flow/scripts/init-repo.sh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50889-B1F6-4146-8F06-B3E37C3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495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2F940-7B13-40E8-ACDF-36CF413F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Use af-flow for this file-changing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E0468-313F-442B-AE45-49504CC5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495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4739B-D1C7-4F01-957D-4FB2CCF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Use af-finish when I am ready to wrap 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C870-EE74-4E56-96E2-75CB7044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</a:defRPr>
            </a:pPr>
            <a:r>
              <a:rPr sz="2100" b="1">
                <a:solidFill>
                  <a:srgbClr val="101418"/>
                </a:solidFill>
              </a:rPr>
              <a:t>One related working session. One isolated worktree. One devlog. Explicit review before merge.</a:t>
            </a:r>
          </a:p>
        </p:txBody>
      </p:sp>
    </p:spTree>
    <p:extLst>
      <p:ext uri="{BB962C8B-B14F-4D97-AF65-F5344CB8AC3E}">
        <p14:creationId xmlns:p14="http://schemas.microsoft.com/office/powerpoint/2010/main" val="1687315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2026-07-01T12:07:41.9310000Z</dcterms:created>
  <dcterms:modified xsi:type="dcterms:W3CDTF">2026-07-01T12:07:41.9310000Z</dcterms:modified>
</coreProperties>
</file>